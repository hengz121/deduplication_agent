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fad3cf7ef34b54" /><Relationship Type="http://schemas.openxmlformats.org/officeDocument/2006/relationships/extended-properties" Target="/docProps/app.xml" Id="R783e01376325425d" /><Relationship Type="http://schemas.openxmlformats.org/officeDocument/2006/relationships/officeDocument" Target="/ppt/presentation.xml" Id="R7efed0303ebb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e7111d223e4cee"/>
  </p:sldMasterIdLst>
  <p:notesMasterIdLst>
    <p:notesMasterId xmlns:r="http://schemas.openxmlformats.org/officeDocument/2006/relationships" r:id="R9c2b0a0e439148d5"/>
  </p:notesMasterIdLst>
  <p:sldIdLst>
    <p:sldId xmlns:r="http://schemas.openxmlformats.org/officeDocument/2006/relationships" id="256" r:id="R8d04e811d7ba49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55d0dfb25f456d" /><Relationship Type="http://schemas.openxmlformats.org/officeDocument/2006/relationships/slideMaster" Target="/ppt/slideMasters/slideMaster1.xml" Id="R72e7111d223e4cee" /><Relationship Type="http://schemas.openxmlformats.org/officeDocument/2006/relationships/notesMaster" Target="/ppt/notesMasters/notesMaster1.xml" Id="R9c2b0a0e439148d5" /><Relationship Type="http://schemas.openxmlformats.org/officeDocument/2006/relationships/presProps" Target="/ppt/presProps.xml" Id="R8e09bafd77a14cf4" /><Relationship Type="http://schemas.openxmlformats.org/officeDocument/2006/relationships/tableStyles" Target="/ppt/tableStyles.xml" Id="R959fe213a55a443e" /><Relationship Type="http://schemas.openxmlformats.org/officeDocument/2006/relationships/slide" Target="/ppt/slides/slide1.xml" Id="R8d04e811d7ba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1c3a5d102c45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66f050a7e8426b" /><Relationship Type="http://schemas.openxmlformats.org/officeDocument/2006/relationships/notesMaster" Target="/ppt/notesMasters/notesMaster1.xml" Id="R7b4145cd4210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adapted loader treats each DITA map as one article, expands local common-note references, and compares documents only within the same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D:\Deduplication_Agent\outputs\kmt_dita_pipeline\run_summary.json</a:t>
            </a:r>
          </a:p>
          <a:p xmlns:a="http://schemas.openxmlformats.org/drawingml/2006/main">
            <a:r>
              <a:t>- D:\Deduplication_Agent\outputs\kmt_dita_pipeline\kmt_deduplication_results.csv</a:t>
            </a:r>
          </a:p>
          <a:p xmlns:a="http://schemas.openxmlformats.org/drawingml/2006/main">
            <a:r>
              <a:t>- D:\Deduplication_Agent\outputs\kmt_dita_pipeline\validation_sample.csv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229517e85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1ff125b9d49bd" /><Relationship Type="http://schemas.openxmlformats.org/officeDocument/2006/relationships/slideLayout" Target="/ppt/slideLayouts/slideLayout1.xml" Id="R71de6b49a2c1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e6b49a2c1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12f11075249ae" /><Relationship Type="http://schemas.openxmlformats.org/officeDocument/2006/relationships/chart" Target="/ppt/slides/charts/chart1.xml" Id="Rd5bebee16be546d0" /><Relationship Type="http://schemas.openxmlformats.org/officeDocument/2006/relationships/notesSlide" Target="/ppt/notesSlides/notesSlide1.xml" Id="R1804dbc3e2d1440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Reviewed pairs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Not duplicate</c:v>
              </c:pt>
              <c:pt idx="1">
                <c:v>Identical</c:v>
              </c:pt>
              <c:pt idx="2">
                <c:v>Included</c:v>
              </c:pt>
              <c:pt idx="3">
                <c:v>Conflict</c:v>
              </c:pt>
            </c:strLit>
          </c:cat>
          <c:val>
            <c:numLit>
              <c:formatCode>General</c:formatCode>
              <c:ptCount val="4"/>
              <c:pt idx="0">
                <c:v>34</c:v>
              </c:pt>
              <c:pt idx="1">
                <c:v>3</c:v>
              </c:pt>
              <c:pt idx="2">
                <c:v>2</c:v>
              </c:pt>
              <c:pt idx="3">
                <c:v>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sult-headline">
            <a:extLst xmlns:a="http://schemas.openxmlformats.org/drawingml/2006/main">
              <a:ext uri="{FF2B5EF4-FFF2-40B4-BE49-F238E27FC236}">
                <a16:creationId xmlns:a16="http://schemas.microsoft.com/office/drawing/2014/main" id="{6EC715B3-3BF0-4FAC-B53F-F363D68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KMT DITA deduplication surfaced five actionable relationships</a:t>
            </a:r>
          </a:p>
        </p:txBody>
      </p:sp>
      <p:sp>
        <p:nvSpPr>
          <p:cNvPr id="2" name="chart-evidence-frame">
            <a:extLst xmlns:a="http://schemas.openxmlformats.org/drawingml/2006/main">
              <a:ext uri="{FF2B5EF4-FFF2-40B4-BE49-F238E27FC236}">
                <a16:creationId xmlns:a16="http://schemas.microsoft.com/office/drawing/2014/main" id="{E4C3AD9B-35F5-4695-A771-6E6AD65F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41368"/>
            <a:ext cx="5526310" cy="5435060"/>
          </a:xfrm>
          <a:prstGeom xmlns:a="http://schemas.openxmlformats.org/drawingml/2006/main" prst="roundRect">
            <a:avLst>
              <a:gd name="adj" fmla="val 1402"/>
            </a:avLst>
          </a:prstGeom>
          <a:noFill xmlns:a="http://schemas.openxmlformats.org/drawingml/2006/main"/>
          <a:ln xmlns:a="http://schemas.openxmlformats.org/drawingml/2006/main" w="12668">
            <a:solidFill>
              <a:srgbClr val="000000"/>
            </a:solidFill>
            <a:prstDash val="solid"/>
          </a:ln>
        </p:spPr>
      </p:sp>
      <p:sp>
        <p:nvSpPr>
          <p:cNvPr id="3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F58E0CE6-2B61-4079-AF0C-EBD9DD10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460" y="1219200"/>
            <a:ext cx="5029771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 relationship distribution · 40 LLM-reviewed pairs</a:t>
            </a:r>
          </a:p>
        </p:txBody>
      </p:sp>
      <p:sp>
        <p:nvSpPr>
          <p:cNvPr id="4" name="outcome-summary">
            <a:extLst xmlns:a="http://schemas.openxmlformats.org/drawingml/2006/main">
              <a:ext uri="{FF2B5EF4-FFF2-40B4-BE49-F238E27FC236}">
                <a16:creationId xmlns:a16="http://schemas.microsoft.com/office/drawing/2014/main" id="{8E71EE94-4DFC-4AA3-A2AA-55E07DB4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1709261"/>
            <a:ext cx="5331619" cy="172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Validated, auditable outcomes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2,747 bilingual articles were screened. 119 pairs passed semantic reranking; the 40 highest-confidence pairs received LLM review. All 13 source-level validation checks passed after one tracked override.</a:t>
            </a:r>
          </a:p>
        </p:txBody>
      </p:sp>
      <p:sp>
        <p:nvSpPr>
          <p:cNvPr id="5" name="actionable-count">
            <a:extLst xmlns:a="http://schemas.openxmlformats.org/drawingml/2006/main">
              <a:ext uri="{FF2B5EF4-FFF2-40B4-BE49-F238E27FC236}">
                <a16:creationId xmlns:a16="http://schemas.microsoft.com/office/drawing/2014/main" id="{CD971E50-C192-4E80-813B-614BBDB2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29" y="3990975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4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actionable-label">
            <a:extLst xmlns:a="http://schemas.openxmlformats.org/drawingml/2006/main">
              <a:ext uri="{FF2B5EF4-FFF2-40B4-BE49-F238E27FC236}">
                <a16:creationId xmlns:a16="http://schemas.microsoft.com/office/drawing/2014/main" id="{AB676FF6-3A25-42E2-93D1-74CF183D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4972050"/>
            <a:ext cx="2381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actionable duplicates
3 identical · 2 included</a:t>
            </a:r>
          </a:p>
        </p:txBody>
      </p:sp>
      <p:sp>
        <p:nvSpPr>
          <p:cNvPr id="7" name="conflict-count">
            <a:extLst xmlns:a="http://schemas.openxmlformats.org/drawingml/2006/main">
              <a:ext uri="{FF2B5EF4-FFF2-40B4-BE49-F238E27FC236}">
                <a16:creationId xmlns:a16="http://schemas.microsoft.com/office/drawing/2014/main" id="{C5D23F39-2923-4240-BA63-F791CC5C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403" y="3990975"/>
            <a:ext cx="2133314" cy="9037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450">
                <a:solidFill>
                  <a:srgbClr val="E5673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E5673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conflict-label">
            <a:extLst xmlns:a="http://schemas.openxmlformats.org/drawingml/2006/main">
              <a:ext uri="{FF2B5EF4-FFF2-40B4-BE49-F238E27FC236}">
                <a16:creationId xmlns:a16="http://schemas.microsoft.com/office/drawing/2014/main" id="{A571CBD5-E5DB-401E-97E5-B773344F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83" y="4972050"/>
            <a:ext cx="22383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confirmed conflict
case owner vs supervisor</a:t>
            </a:r>
          </a:p>
        </p:txBody>
      </p:sp>
      <p:sp>
        <p:nvSpPr>
          <p:cNvPr id="9" name="method-footer">
            <a:extLst xmlns:a="http://schemas.openxmlformats.org/drawingml/2006/main">
              <a:ext uri="{FF2B5EF4-FFF2-40B4-BE49-F238E27FC236}">
                <a16:creationId xmlns:a16="http://schemas.microsoft.com/office/drawing/2014/main" id="{092C3D40-D906-4BA4-89B9-0EE97007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6200775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Source-validated · 2026-08-25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5E75709-E27D-47BE-9681-F316DEC5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34460" y="1571625"/>
          <a:ext xmlns:a="http://schemas.openxmlformats.org/drawingml/2006/main" cx="5029771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bebee16be546d0"/>
          </a:graphicData>
        </a:graphic>
      </p:graphicFrame>
    </p:spTree>
    <p:extLst>
      <p:ext uri="{BB962C8B-B14F-4D97-AF65-F5344CB8AC3E}">
        <p14:creationId xmlns:p14="http://schemas.microsoft.com/office/powerpoint/2010/main" val="1427514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2026-08-26T05:24:30.6600000Z</dcterms:created>
  <dcterms:modified xsi:type="dcterms:W3CDTF">2026-08-26T05:24:30.6600000Z</dcterms:modified>
</coreProperties>
</file>